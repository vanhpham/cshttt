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6.webp" ContentType="image/webp"/>
  <Override PartName="/ppt/media/image17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8"/>
  </p:notesMasterIdLst>
  <p:handoutMasterIdLst>
    <p:handoutMasterId r:id="rId9"/>
  </p:handoutMasterIdLst>
  <p:sldIdLst>
    <p:sldId id="260" r:id="rId4"/>
    <p:sldId id="270" r:id="rId5"/>
    <p:sldId id="258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  <a:endParaRPr lang="en-US" dirty="0"/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  <a:endParaRPr lang="en-US" dirty="0"/>
          </a:p>
        </p:txBody>
      </p:sp>
      <p:sp>
        <p:nvSpPr>
          <p:cNvPr id="11" name="Chart Placeholder 14"/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2" name="Table Placeholder 16"/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  <a:endParaRPr lang="en-US" dirty="0"/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  <a:endParaRPr lang="en-US" dirty="0"/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/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  <a:endParaRPr lang="en-US" dirty="0"/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  <a:endParaRPr lang="en-US" dirty="0"/>
          </a:p>
        </p:txBody>
      </p:sp>
      <p:sp>
        <p:nvSpPr>
          <p:cNvPr id="11" name="Chart Placeholder 14"/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2" name="Table Placeholder 16"/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  <a:endParaRPr lang="en-US" dirty="0"/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  <a:endParaRPr lang="en-US" dirty="0"/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/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2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7.webp"/><Relationship Id="rId1" Type="http://schemas.openxmlformats.org/officeDocument/2006/relationships/image" Target="../media/image16.web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OFDM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38455" y="1143000"/>
            <a:ext cx="6235700" cy="165544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/>
              <a:t>OFDM (Orthogonal Frequency Division Multiplexing) is a digital modulation technique that splits a single high-speed data stream into multiple lower-speed streams, transmitting them simultaneously over closely spaced, orthogonal (non-interfering) subcarriers.</a:t>
            </a:r>
            <a:endParaRPr lang="en-US" altLang="en-US" sz="20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7574280" y="700405"/>
            <a:ext cx="3686175" cy="20193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811135" y="2503170"/>
            <a:ext cx="3212465" cy="17202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78155" y="3681095"/>
            <a:ext cx="609600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000">
                <a:sym typeface="+mn-ea"/>
              </a:rPr>
              <a:t>Roles of IFFT &amp; FFT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Domain Transformation Bridge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Orthogonality Enforcement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Hardware Optimization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97115" y="4223385"/>
            <a:ext cx="4041140" cy="21139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OFDM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6864985" cy="4909185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en-US" b="1"/>
              <a:t>Cyclic Prefix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2400"/>
              <a:t>CP generation mechanism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000"/>
              <a:t>A portion of the end of the OFDM symbol is copied and inserted before the symbol itself to create a cyclical guard interval. The length of the guard interval must be greater than the maximum channel delay.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400"/>
              <a:t>Roles of CP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000"/>
              <a:t>Inter-Symbol Interference (ISI) suppression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Receiver simplification </a:t>
            </a: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7249160" y="1609408"/>
            <a:ext cx="4267200" cy="181927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78650" y="3835400"/>
            <a:ext cx="4874895" cy="1692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MIMO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8455" y="1918970"/>
            <a:ext cx="5955665" cy="4939030"/>
          </a:xfrm>
        </p:spPr>
        <p:txBody>
          <a:bodyPr/>
          <a:lstStyle/>
          <a:p>
            <a:r>
              <a:rPr lang="en-US" altLang="en-US" sz="2000"/>
              <a:t>MIMO  is a system that uses multiple antennas at both the transmitter and receiver sides to transmit signals simultaneously.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Objective: Significantly increase data transmission speed and reduce bit error rate (BER) without increasing system power or bandwidth.</a:t>
            </a:r>
            <a:endParaRPr lang="en-US" altLang="en-US" sz="2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892290" y="1517015"/>
            <a:ext cx="4510405" cy="3455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MIMO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8455" y="1446530"/>
            <a:ext cx="5955665" cy="49390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/>
              <a:t>MIMO-OFDM systerm</a:t>
            </a:r>
            <a:endParaRPr lang="en-US" altLang="en-US" b="1"/>
          </a:p>
          <a:p>
            <a:r>
              <a:rPr lang="en-US" altLang="en-US" sz="2000"/>
              <a:t>MIMO offers speed and reliability, while OFDM helps combat interconnected symbols (ISI) and blurs the filter frequency.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 OFDM divides a broadband channel into multiple narrowband subcarriers. In MIMO-OFDM, each subcarrier is affected by flat fading, making signal processing and equalization at the receiver simpler.</a:t>
            </a:r>
            <a:endParaRPr lang="en-US" altLang="en-US" sz="2000"/>
          </a:p>
          <a:p>
            <a:r>
              <a:rPr lang="en-US" altLang="en-US" sz="2000"/>
              <a:t>Applications: Wi-Fi, 4G LTE, and 5G</a:t>
            </a:r>
            <a:endParaRPr lang="en-US" altLang="en-US" sz="2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6428105" y="1846580"/>
            <a:ext cx="5606415" cy="378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WPS Presentation</Application>
  <PresentationFormat>Màn hình rộng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SimSun</vt:lpstr>
      <vt:lpstr>Wingdings</vt:lpstr>
      <vt:lpstr>Lato</vt:lpstr>
      <vt:lpstr>Calibri</vt:lpstr>
      <vt:lpstr>Microsoft YaHei</vt:lpstr>
      <vt:lpstr>Arial Unicode MS</vt:lpstr>
      <vt:lpstr>KSOF91A78165</vt:lpstr>
      <vt:lpstr>AMGDT</vt:lpstr>
      <vt:lpstr>KSOFFD631264</vt:lpstr>
      <vt:lpstr>Office Theme</vt:lpstr>
      <vt:lpstr>1_Office Theme</vt:lpstr>
      <vt:lpstr>PowerPoint 演示文稿</vt:lpstr>
      <vt:lpstr>I. OFDM</vt:lpstr>
      <vt:lpstr>PowerPoint 演示文稿</vt:lpstr>
      <vt:lpstr>II. MIMO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Phạm Xuân Hưng</cp:lastModifiedBy>
  <cp:revision>12</cp:revision>
  <dcterms:created xsi:type="dcterms:W3CDTF">2021-05-28T04:32:00Z</dcterms:created>
  <dcterms:modified xsi:type="dcterms:W3CDTF">2026-06-14T22:49:34Z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C9AFBC38571F4F7DA5181EC269779F22_13</vt:lpwstr>
  </property>
</Properties>
</file>